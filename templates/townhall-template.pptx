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F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Operations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F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Environment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브랜드 인지도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F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브랜드 인지도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매장 재방문율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F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매장 재방문율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고객 만족도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CF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4F5F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고객 만족도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Monthly Sales Index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4A5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38</c:v>
                </c:pt>
                <c:pt idx="2">
                  <c:v>41</c:v>
                </c:pt>
                <c:pt idx="3">
                  <c:v>52</c:v>
                </c:pt>
                <c:pt idx="4">
                  <c:v>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C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C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-2011680"/>
            <a:ext cx="5943600" cy="5943600"/>
          </a:xfrm>
          <a:prstGeom prst="ellipse">
            <a:avLst/>
          </a:prstGeom>
          <a:solidFill>
            <a:srgbClr val="F4F5FA"/>
          </a:solidFill>
          <a:ln/>
        </p:spPr>
      </p:sp>
      <p:sp>
        <p:nvSpPr>
          <p:cNvPr id="3" name="Shape 1"/>
          <p:cNvSpPr/>
          <p:nvPr/>
        </p:nvSpPr>
        <p:spPr>
          <a:xfrm>
            <a:off x="9537192" y="822960"/>
            <a:ext cx="1554480" cy="1554480"/>
          </a:xfrm>
          <a:prstGeom prst="ellipse">
            <a:avLst/>
          </a:prstGeom>
          <a:solidFill>
            <a:srgbClr val="20242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E4E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SYSTEM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Verish Offline</a:t>
            </a:r>
            <a:endParaRPr lang="en-US" sz="4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Template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제작을 위한 프레젠테이션 서식 세트 — 커버부터 클로징까지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71516" y="580644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4F5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DEEPDIVE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3108960" cy="3108960"/>
          </a:xfrm>
          <a:prstGeom prst="ellipse">
            <a:avLst/>
          </a:prstGeom>
          <a:solidFill>
            <a:srgbClr val="4A5C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1417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349240" y="141732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96596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만들고자 하는 것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4963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496312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044952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지금까지의 진행 상황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35753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575304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4123944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함께하는 사람들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465429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4654296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Logistics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5202936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기반과 확장 계획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2024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600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템플릿은 오프라인 리테일 프로젝트를 위한 기본 프레젠테이션 서식입니다.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커버, 목차, 소개, 기능 소개, 데이터, 팀 소개, 클로징까지 하나의 톤으로 구성했습니다.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863840" y="16002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4F5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838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· Indigo · Lavender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레이아웃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13.33 × 7.5 in (16:9)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폰트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4069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F4F5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7714" y="3012034"/>
            <a:ext cx="925373" cy="9253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43400" y="4160520"/>
            <a:ext cx="1828800" cy="1828800"/>
          </a:xfrm>
          <a:prstGeom prst="ellipse">
            <a:avLst/>
          </a:prstGeom>
          <a:solidFill>
            <a:srgbClr val="4A5CF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343400" y="41605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7830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매장의 경험이 브랜드를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완성합니다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3200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온라인에서 시작한 브랜드 경험을 오프라인 매장으로 확장하고, 다시 데이터로 온라인 성과를 끌어올리는 순환 구조를 만듭니다.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FOCUS 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가지 핵심 요소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2331720"/>
            <a:ext cx="1051560" cy="105156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6014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611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명확한 목표 설정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51560" cy="105156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60146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74720" y="3611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47472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일관된 브랜드 경험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086600" y="2331720"/>
            <a:ext cx="1051560" cy="105156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60146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3611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30936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거점 단위의 밀도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921240" y="2331720"/>
            <a:ext cx="1051560" cy="105156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60146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44000" y="3611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914400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가능한 확장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VISION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가지 지표로 보는 진행률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103120" y="21488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10312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10312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675120" y="214884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67512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성수 플래그십 매장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거점마다 연 100억 이상의 메가 플래그십을 성공적으로 런칭하고, 확산 가능한 매장 포맷으로 온라인이 닿지 못하는 커버리지를 확보합니다.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E4E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960120"/>
            <a:ext cx="5074920" cy="5120640"/>
          </a:xfrm>
          <a:prstGeom prst="roundRect">
            <a:avLst>
              <a:gd name="adj" fmla="val 2523"/>
            </a:avLst>
          </a:prstGeom>
          <a:solidFill>
            <a:srgbClr val="F4F5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459" y="2962199"/>
            <a:ext cx="1116482" cy="111648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>
              <a:gd name="adj" fmla="val 1867"/>
            </a:avLst>
          </a:prstGeom>
          <a:solidFill>
            <a:srgbClr val="14161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2674620"/>
            <a:ext cx="1508760" cy="1508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120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presentation design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가지 스냅샷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619756" y="228600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619756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2619756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인지도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088636" y="228600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88636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5088636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 재방문율</a:t>
            </a:r>
            <a:endParaRPr lang="en-US" sz="13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7557516" y="2286000"/>
          <a:ext cx="2011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557516" y="30358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7557516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 만족도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B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월별 오프라인 매출 추이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951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매장 경험 강화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723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926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운영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70332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496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확산 준비</a:t>
            </a:r>
            <a:endParaRPr lang="en-US" sz="14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852160" y="19202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9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5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만드는 사람들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743200" cy="2743200"/>
          </a:xfrm>
          <a:prstGeom prst="roundRect">
            <a:avLst>
              <a:gd name="adj" fmla="val 4667"/>
            </a:avLst>
          </a:prstGeom>
          <a:solidFill>
            <a:srgbClr val="F4F5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303580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846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Anna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30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Director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06240" y="2194560"/>
            <a:ext cx="1371600" cy="137160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2578608"/>
            <a:ext cx="603504" cy="6035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404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384048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12280" y="2194560"/>
            <a:ext cx="1371600" cy="137160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578608"/>
            <a:ext cx="603504" cy="6035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44652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418320" y="2194560"/>
            <a:ext cx="1371600" cy="1371600"/>
          </a:xfrm>
          <a:prstGeom prst="ellipse">
            <a:avLst/>
          </a:prstGeom>
          <a:solidFill>
            <a:srgbClr val="F4F5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578608"/>
            <a:ext cx="603504" cy="60350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5256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905256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11091672" y="6309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D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5029200" cy="5029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-1463040"/>
            <a:ext cx="2011680" cy="2011680"/>
          </a:xfrm>
          <a:prstGeom prst="ellipse">
            <a:avLst/>
          </a:prstGeom>
          <a:solidFill>
            <a:srgbClr val="4A5C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6517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</a:t>
            </a:r>
            <a:pPr indent="0" marL="0">
              <a:buNone/>
            </a:pPr>
            <a:r>
              <a:rPr lang="en-US" sz="5000" b="1" dirty="0">
                <a:solidFill>
                  <a:srgbClr val="AEB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5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86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sh.gu@deep-dive.kr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DEEPDIVE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2026-09-29T13:23:01Z</dcterms:created>
  <dcterms:modified xsi:type="dcterms:W3CDTF">2026-09-29T13:23:01Z</dcterms:modified>
</cp:coreProperties>
</file>